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3.jpg" ContentType="image/jpeg"/>
  <Override PartName="/ppt/notesSlides/notesSlide3.xml" ContentType="application/vnd.openxmlformats-officedocument.presentationml.notesSlide+xml"/>
  <Override PartName="/ppt/media/image4.jpg" ContentType="image/jpeg"/>
  <Override PartName="/ppt/media/image5.jpg" ContentType="image/jpeg"/>
  <Override PartName="/ppt/media/image6.jpg" ContentType="image/jpeg"/>
  <Override PartName="/ppt/media/image7.jpg" ContentType="image/jpeg"/>
  <Override PartName="/ppt/media/image8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14" y="1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4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449977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ESP32S3/P4 双中枢架构的 AIoT 多模态家居中控系统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97034"/>
            <a:ext cx="914400" cy="45720"/>
          </a:xfrm>
          <a:prstGeom prst="rect">
            <a:avLst/>
          </a:prstGeom>
          <a:solidFill>
            <a:srgbClr val="2F6F6D"/>
          </a:solidFill>
          <a:ln w="12700">
            <a:solidFill>
              <a:srgbClr val="2F6F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48640" y="29443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9046" y="2575995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嵌入式芯片设计大赛 · </a:t>
            </a:r>
            <a:r>
              <a:rPr lang="en-US" sz="1400" b="1" dirty="0" err="1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乐鑫赛道命题</a:t>
            </a:r>
            <a:r>
              <a:rPr lang="en-US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智能交互驱动的 AIoT 应用系统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9046" y="343683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altLang="zh-CN" sz="1100" dirty="0">
              <a:solidFill>
                <a:srgbClr val="5A64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开发芯片：</a:t>
            </a:r>
            <a:r>
              <a:rPr 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ESP32-P4 + ESP32-S3  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开发环境：</a:t>
            </a:r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ESP-IDF V5.53</a:t>
            </a:r>
          </a:p>
          <a:p>
            <a:pPr marL="0" indent="0">
              <a:buNone/>
            </a:pPr>
            <a:endParaRPr lang="en-US" sz="1100" dirty="0">
              <a:solidFill>
                <a:srgbClr val="5A64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技术栈：</a:t>
            </a:r>
            <a:endParaRPr lang="en-US" altLang="zh-CN" sz="1100" dirty="0">
              <a:solidFill>
                <a:srgbClr val="5A6470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r>
              <a:rPr lang="en-US" altLang="zh-CN" sz="11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语音交互</a:t>
            </a: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硬件协同</a:t>
            </a:r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altLang="zh-CN" sz="11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视觉识别、LVGL</a:t>
            </a:r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1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中控</a:t>
            </a: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面板，自建</a:t>
            </a:r>
            <a:r>
              <a:rPr lang="en-US" altLang="zh-CN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</a:t>
            </a:r>
            <a:r>
              <a:rPr lang="zh-CN" alt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全链路控制</a:t>
            </a:r>
            <a:endParaRPr lang="en-US" altLang="zh-CN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</p:txBody>
      </p:sp>
      <p:pic>
        <p:nvPicPr>
          <p:cNvPr id="8" name="Image 0" descr="E:\MCU\esp32\p4\xiaozhi-for-p4\PPT\images\01_house_ful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52160" y="457200"/>
            <a:ext cx="2926080" cy="4206240"/>
          </a:xfrm>
          <a:prstGeom prst="rect">
            <a:avLst/>
          </a:prstGeom>
        </p:spPr>
      </p:pic>
      <p:sp>
        <p:nvSpPr>
          <p:cNvPr id="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84EAE92-A4EE-9316-75A7-A7DFC70FC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91440"/>
            <a:ext cx="5218611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400" dirty="0" err="1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 pitchFamily="34" charset="-120"/>
              </a:rPr>
              <a:t>随着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AI 大模型的快速发展，智能家居的价值边界正在被重新定义。它不该再停留在 “开灯关灯” 这类单点指令的被动执行层面，而应当构建起自然语言深度理解、场景动态自主判断、多设备协同联动、安全风险主动响应的智能闭环，完成从 “可控” 到 “智懂” 的本质跃迁</a:t>
            </a:r>
            <a:r>
              <a:rPr lang="zh-CN" altLang="zh-CN" sz="1600" dirty="0"/>
              <a:t>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932088"/>
            <a:ext cx="4206240" cy="1110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本项目基于 ESP32-P4 与 ESP32-S3,构建三层楼房实物模型,实现语音交互、人脸识别、LVGL 可视化控制与安全联动。</a:t>
            </a:r>
            <a:endParaRPr lang="en-US" sz="1300" dirty="0"/>
          </a:p>
        </p:txBody>
      </p:sp>
      <p:sp>
        <p:nvSpPr>
          <p:cNvPr id="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6631A20-1482-6A81-E076-C0779E50A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699" y="1417319"/>
            <a:ext cx="3842601" cy="313273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857351D-3F5F-252E-AE56-91687D8CE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880" y="148456"/>
            <a:ext cx="4206240" cy="8899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系统实物与硬件架构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三层楼房实物模型 · P4 中控 · S3 分布式从机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08</a:t>
            </a:r>
            <a:endParaRPr lang="en-US" sz="1000" dirty="0"/>
          </a:p>
        </p:txBody>
      </p:sp>
      <p:pic>
        <p:nvPicPr>
          <p:cNvPr id="6" name="Image 0" descr="E:\MCU\esp32\p4\xiaozhi-for-p4\PPT\images\01_house_ful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8863" y="1273860"/>
            <a:ext cx="2828109" cy="3064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6972" y="28783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ESP32-P4 中控 · LVGL 可视化交互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444366" y="454021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PCB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685800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527183" y="48634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 负责中控与 AI 交互  ·  S3 负责楼层设备执行  ·  MQTT 双中枢协同</a:t>
            </a:r>
            <a:endParaRPr lang="en-US" sz="1100" dirty="0"/>
          </a:p>
        </p:txBody>
      </p:sp>
      <p:sp>
        <p:nvSpPr>
          <p:cNvPr id="14" name="Watermark"/>
          <p:cNvSpPr txBox="1"/>
          <p:nvPr/>
        </p:nvSpPr>
        <p:spPr>
          <a:xfrm>
            <a:off x="7079526" y="4741379"/>
            <a:ext cx="1537291" cy="183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ctr"/>
            <a:r>
              <a:rPr lang="zh-CN" alt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</a:rPr>
              <a:t>传感器</a:t>
            </a:r>
            <a:endParaRPr lang="en-US" altLang="zh-CN" sz="1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B2A391C-782E-2675-8B2A-FA6CD20EB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201" y="1273860"/>
            <a:ext cx="2521131" cy="157051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73A0D0C-7868-9449-7377-955E1F10F4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8201" y="3128048"/>
            <a:ext cx="2521130" cy="139103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07C77BB4-3647-9A41-819C-0CECA50C0E5E}"/>
              </a:ext>
            </a:extLst>
          </p:cNvPr>
          <p:cNvSpPr txBox="1"/>
          <p:nvPr/>
        </p:nvSpPr>
        <p:spPr>
          <a:xfrm>
            <a:off x="241663" y="4382987"/>
            <a:ext cx="37425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系统实物图</a:t>
            </a:r>
            <a:endParaRPr lang="en-US" altLang="zh-CN" sz="10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16F113B-7938-2A19-28EE-A443DF73E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993" y="3660358"/>
            <a:ext cx="1382007" cy="1036101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CEB6F79-01A4-A1F9-6561-EFA00C5F6A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7977" y="1239342"/>
            <a:ext cx="1297160" cy="97249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6AA1A5FE-D095-247C-2703-6C6CA8A6DE87}"/>
              </a:ext>
            </a:extLst>
          </p:cNvPr>
          <p:cNvSpPr txBox="1"/>
          <p:nvPr/>
        </p:nvSpPr>
        <p:spPr>
          <a:xfrm>
            <a:off x="5510557" y="223813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zh-CN" alt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</a:t>
            </a:r>
            <a:endParaRPr lang="en-US" altLang="zh-CN" sz="10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F8EDCE5-A1C1-3F77-5C1F-FEF1132D2B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7977" y="2469253"/>
            <a:ext cx="1364126" cy="918577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964A25BC-31D6-ED20-8610-15707EA156F4}"/>
              </a:ext>
            </a:extLst>
          </p:cNvPr>
          <p:cNvSpPr txBox="1"/>
          <p:nvPr/>
        </p:nvSpPr>
        <p:spPr>
          <a:xfrm>
            <a:off x="6353530" y="3362184"/>
            <a:ext cx="29892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0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</a:rPr>
              <a:t>控制界面</a:t>
            </a:r>
            <a:endParaRPr lang="en-US" altLang="zh-CN" sz="1000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B38A3EA-035C-56A1-5CC3-539B5F4BAA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8300" y="169642"/>
            <a:ext cx="4206240" cy="8899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二、AI</a:t>
            </a: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3000" b="1" dirty="0" err="1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 → 身份确认 → 场景联动 → 回家/离家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门口摄像头识别人脸身份，自动触发</a:t>
            </a:r>
            <a:r>
              <a:rPr lang="zh-CN" alt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r>
              <a:rPr 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，实现无感智能交互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92758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739362" y="383133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3136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403136" y="383133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回家模式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52160" y="3840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AE29D2B-660B-8A8F-1BA6-ABEAE7358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997" y="160984"/>
            <a:ext cx="4206240" cy="8899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、AI </a:t>
            </a:r>
            <a:r>
              <a:rPr lang="en-US" sz="3000" b="1" dirty="0" err="1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长链路语音控制</a:t>
            </a:r>
            <a:r>
              <a:rPr lang="zh-CN" alt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与意图识别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→ 设备模型 → MQTT → 从机执行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7305" y="2951683"/>
            <a:ext cx="823227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自然语言指令经</a:t>
            </a:r>
            <a:r>
              <a:rPr lang="zh-CN" alt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云端大模型理解后</a:t>
            </a:r>
            <a:r>
              <a:rPr lang="en-US" sz="1500" dirty="0" err="1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拆解为多个设备动作，通过</a:t>
            </a:r>
            <a:r>
              <a:rPr 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MQTT 下发到三层从机协同执行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45920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45920" y="3840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语音唤醒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49040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749040" y="3840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意图理解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52160" y="38404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852160" y="38404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下发</a:t>
            </a:r>
            <a:endParaRPr lang="en-US" sz="15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541C60E-D72B-FF58-51A4-E99239C67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776" y="154579"/>
            <a:ext cx="2711856" cy="7418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三、LVGL 可视化中控面板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设备模型 → 事件驱动 → LVGL渲染 → 7页交互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LVGL 自主开发 7 页中控 UI，支持中英文切换与事件驱动刷新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8016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1752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01752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控制页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灯光页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9224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9224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场景页</a:t>
            </a:r>
            <a:endParaRPr lang="en-US" sz="1500" dirty="0"/>
          </a:p>
        </p:txBody>
      </p:sp>
      <p:sp>
        <p:nvSpPr>
          <p:cNvPr id="1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35AB7F5-0974-247B-2B37-2B6FB4EB1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151654"/>
            <a:ext cx="3886200" cy="7482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四、自动模式与安全联动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传感器采集 → 规则判断 → 自动执行 → 安全告警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雨滴传感器自动关窗收衣，烟雾/火灾传感器触发火警弹窗并联动全屋灯光警示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89165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489165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雨天关窗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39691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Text 8"/>
          <p:cNvSpPr/>
          <p:nvPr/>
        </p:nvSpPr>
        <p:spPr>
          <a:xfrm>
            <a:off x="3539691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火灾</a:t>
            </a:r>
            <a:r>
              <a:rPr lang="zh-CN" alt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</a:t>
            </a: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6440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0F0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464400" y="3840480"/>
            <a:ext cx="13454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紧急联动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F65AACC-DAD3-757D-815D-24C25808A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60" y="148456"/>
            <a:ext cx="4206240" cy="8899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52144"/>
            <a:ext cx="8412480" cy="10973"/>
          </a:xfrm>
          <a:prstGeom prst="rect">
            <a:avLst/>
          </a:prstGeom>
          <a:solidFill>
            <a:srgbClr val="E2E6EC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68096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5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长链路语音控制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33756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P4+S3 双中枢分布式架构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12648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传感器闭环安全联动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F6F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听得懂  ·  看得见  ·  能联动  ·  会响应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114800" y="3794760"/>
            <a:ext cx="914400" cy="36576"/>
          </a:xfrm>
          <a:prstGeom prst="rect">
            <a:avLst/>
          </a:prstGeom>
          <a:solidFill>
            <a:srgbClr val="2F6F6D"/>
          </a:solidFill>
          <a:ln w="12700">
            <a:solidFill>
              <a:srgbClr val="2F6F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感谢各位评委老师指正</a:t>
            </a:r>
            <a:endParaRPr lang="en-US" sz="1600" dirty="0"/>
          </a:p>
        </p:txBody>
      </p:sp>
      <p:sp>
        <p:nvSpPr>
          <p:cNvPr id="14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endParaRPr lang="zh-CN" sz="1600" dirty="0">
              <a:solidFill>
                <a:srgbClr val="808080">
                  <a:alpha val="19999"/>
                </a:srgbClr>
              </a:solidFill>
              <a:latin typeface="Arial"/>
              <a:ea typeface="SimSun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2FA0FA9-9834-713C-A7E8-A4214499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60" y="148456"/>
            <a:ext cx="4206240" cy="8899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313</Words>
  <Application>Microsoft Office PowerPoint</Application>
  <PresentationFormat>全屏显示(16:9)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嵌入式芯片设计大赛 · 乐鑫赛道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ESP32-P4 AIoT 智能家居中控</dc:title>
  <dc:subject>PptxGenJS Presentation</dc:subject>
  <dc:creator>xiaozhi-for-p4 team</dc:creator>
  <cp:lastModifiedBy>峻丞 刘</cp:lastModifiedBy>
  <cp:revision>2</cp:revision>
  <dcterms:created xsi:type="dcterms:W3CDTF">2026-07-04T10:20:53Z</dcterms:created>
  <dcterms:modified xsi:type="dcterms:W3CDTF">2026-07-04T12:31:48Z</dcterms:modified>
</cp:coreProperties>
</file>